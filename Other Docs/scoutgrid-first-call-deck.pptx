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5" r:id="rId1"/>
    <p:sldId id="256" r:id="rId2"/>
    <p:sldId id="257" r:id="rId3"/>
    <p:sldId id="262" r:id="rId11"/>
    <p:sldId id="258" r:id="rId4"/>
    <p:sldId id="259" r:id="rId5"/>
    <p:sldId id="260" r:id="rId6"/>
    <p:sldId id="261" r:id="rId10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slide" Target="slides/slide8.xml"/><Relationship Id="rId11" Type="http://schemas.openxmlformats.org/officeDocument/2006/relationships/slide" Target="slides/slide4.xml"/></Relationship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slide1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slide2.sv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slide3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slide4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slide5.sv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slide6.sv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slide7.sv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slid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1.sv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2.sv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3.sv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3.sv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4.sv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4.sv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5.sv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6.sv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coutGrid">
  <a:themeElements>
    <a:clrScheme name="ScoutGrid">
      <a:dk1>
        <a:srgbClr val="091326"/>
      </a:dk1>
      <a:lt1>
        <a:srgbClr val="FFFFFF"/>
      </a:lt1>
      <a:accent1>
        <a:srgbClr val="6EA8FF"/>
      </a:accent1>
      <a:accent2>
        <a:srgbClr val="D44253"/>
      </a:accent2>
    </a:clrScheme>
    <a:fontScheme name="Arial">
      <a:majorFont>
        <a:latin typeface="Arial"/>
      </a:majorFont>
      <a:minorFont>
        <a:latin typeface="Arial"/>
      </a:minorFont>
    </a:fontScheme>
    <a:fmtScheme name="ScoutGrid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ScoutGrid</Application>
  <PresentationFormat>On-screen Show (16:9)</PresentationFormat>
  <Slides>8</Slides>
</Properties>
</file>

<file path=docProps/core.xml><?xml version="1.0" encoding="utf-8"?>
<cp:coreProperties xmlns:cp="http://schemas.openxmlformats.org/package/2006/metadata/core-properties" xmlns:dc="http://purl.org/dc/elements/1.1">
  <dc:title>ScoutGrid First Call Deck</dc:title>
  <dc:creator>ScoutGrid</dc:creator>
</cp:coreProperties>
</file>